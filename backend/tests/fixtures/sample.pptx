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RAG 系统介绍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检索增强生成技术概述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核心流程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上传文档</a:t>
            </a:r>
          </a:p>
          <a:p>
            <a:r>
              <a:t>2. 文档解析与分块</a:t>
            </a:r>
          </a:p>
          <a:p>
            <a:r>
              <a:t>3. 向量化存储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技术优势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减少幻觉</a:t>
            </a:r>
          </a:p>
          <a:p>
            <a:r>
              <a:t>• 可溯源引用</a:t>
            </a:r>
          </a:p>
          <a:p>
            <a:r>
              <a:t>• 支持多格式文档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